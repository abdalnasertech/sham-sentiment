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1E3A5F"/>
                </a:solidFill>
              </a:defRPr>
            </a:pPr>
            <a:r>
              <a:t>تحليل مشاعر التعليقات متعددة اللغات</a:t>
            </a:r>
          </a:p>
          <a:p>
            <a:pPr algn="r">
              <a:defRPr sz="1600" b="0">
                <a:solidFill>
                  <a:srgbClr val="64748B"/>
                </a:solidFill>
              </a:defRPr>
            </a:pPr>
            <a:r>
              <a:t>مشروع تخرج — الهندسة المعلوماتية — جامعة الشام</a:t>
            </a:r>
          </a:p>
          <a:p>
            <a:pPr algn="r">
              <a:defRPr sz="1300" b="0">
                <a:solidFill>
                  <a:srgbClr val="64748B"/>
                </a:solidFill>
              </a:defRPr>
            </a:pPr>
            <a:r>
              <a:t>عبد الناصر الحسون · عدي نجار · حسن البكور · محمود السيد · عدنان ناقوح</a:t>
            </a:r>
          </a:p>
          <a:p>
            <a:pPr algn="r">
              <a:defRPr sz="1400" b="0">
                <a:solidFill>
                  <a:srgbClr val="64748B"/>
                </a:solidFill>
              </a:defRPr>
            </a:pPr>
            <a:r>
              <a:t>إشراف: د. محمد أسامة</a:t>
            </a:r>
          </a:p>
          <a:p>
            <a:pPr algn="r">
              <a:defRPr sz="1400" b="0">
                <a:solidFill>
                  <a:srgbClr val="64748B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فهرس العرض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فكرة عامة عن المشروع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مشكلة البحث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هدف المشروع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المنهجية (Agile / SDLC)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الدراسات السابقة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الجدول الزمني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المتطلبات الوظيفية وغير الوظيفية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دراسة الجدوى الاقتصادية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نمذجة النظام (مخططات)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خوارزميات الذكاء الصنعي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 — فكرة عامة عن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منصة ويب لتحليل مشاعر التعليقات (إيجابي · محايد · سلبي).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دعم العربية الفصحى، اللهجة الشامية، والإنجليزية.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إدخال تعليق واحد، دفعة CSV، أو جلب من YouTube / Google Play.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عرض النتائج، الثقة، التحليلات، التنبيهات، وتصدير PDF/Excel.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2 — مشكلة البحث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حجم التعليقات كبير — التحليل اليدوي بطيء وغير عملي.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أغلب الأدوات لا تدعم اللهجة الشامية بشكل جيد.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صعوبة دمج التحليل + التخزين + التقارير في حل واحد.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حاجة المؤسسات لفهم آراء العملاء بسرعة ودقة.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3 — هدف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بناء نظام تصنيف مشاعر ثلاثي الفئات.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كشف اللغة تلقائياً (en / ar_fusha / ar_shami).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توفير واجهة عربية + صلاحيات مستخدمين.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مقارنة BERT مع TF-IDF وتقييم على بيانات تحقق.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4 — المنهجية المستخدمة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Agile (تطوير تكراري) ضمن SDLC.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التخطيط → المتطلبات → التحليل → التصميم → التنفيذ → الاختبار → التوثيق.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مراجعات دورية مع المشرف.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43 unit test (pytest) قبل التسليم.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5 — الدراسات السابقة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Pang &amp; Lee — أسس Sentiment Analysis.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ASTD — dataset tweets عربية.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BERT / XLM-RoBERTa — Transformers متعددة اللغات.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CAMeLBERT — نماذج عربية.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تمييز مشروعنا: منصة متكاملة + دعm شامي + واجهة عربية.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6 — الجدول الزمني / Gantt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[ أضف مخطط Gantt هنا ]</a:t>
            </a:r>
            <a:br/>
            <a:br/>
            <a:r>
              <a:t>تخطيط(3) · متطلبات(4) · تحليل/تصميم(6)</a:t>
            </a:r>
            <a:br/>
            <a:r>
              <a:t>نماذج(6) · واجهة(5) · اختبار(4)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7 — المتطلبات الوظيفية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FR1: تسجيل دخول (admin / analyst / viewer).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FR2: تحليل تعليق واحد + wordcloud.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FR3: تحليل دفعة CSV.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FR4: جلب تعليقات YouTube / Google Play.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FR5: لوحة تحكم + KPIs + تنبيهات.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FR6: تصدير PDF / Excel.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8 — المتطلبات غير الوظيفية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NFR1: أمان — PBKDF2-SHA256.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NFR2: أداء — cache لنموذج BERT.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NFR3: RTL — واجهة عربية.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NFR4: حد أقصى 5000 حرف للتعليق.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9 — دراسة الجدوى الاقتصادية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تكلفة منخفضة — Python مفتوح المصدر.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Streamlit Cloud مجاني للعرض.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لا تراخيص مدفوعة للنماذج الأساسية.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قابل للتوسع commerciaً لاحقاً.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10 — مخطط السياق (Context Diagram)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[ أضف Context Diagram ]</a:t>
            </a:r>
            <a:br/>
            <a:br/>
            <a:r>
              <a:t>المستخدم ↔ المنصة ↔ YouTube/Play</a:t>
            </a:r>
            <a:br/>
            <a:r>
              <a:t>                    ↔ SQLite ↔ BERT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11 — مخطط حالات الاستخدام (Use 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[ أضف Use Case Diagram ]</a:t>
            </a:r>
            <a:br/>
            <a:br/>
            <a:r>
              <a:t>Actors: Admin, Analyst, Viewer</a:t>
            </a:r>
            <a:br/>
            <a:r>
              <a:t>UC: Login, Analyze, Batch, Import,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12 — وصف حالات الاستخدام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UC1 تسجيل الدخول: يُدخل username/password → يتحقق النظام → dashboard.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UC2 تحليل تعليق: إدخال نص → كشف لغة → BERT → عرض sentiment + confidence.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UC3 دفعة: رفع CSV → loop تحليل → جدول + pie chart.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UC4 جلب حي: URL → fetcher → preview → تحليل.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13 — مخطط النشاط (Activity)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[ أضف Activity Diagram ]</a:t>
            </a:r>
            <a:br/>
            <a:br/>
            <a:r>
              <a:t>تعليق → preprocessing → BERT → نتيجة → (حفظ؟) → export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14 — مخطط التتابع (Sequence)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748B"/>
                </a:solidFill>
              </a:defRPr>
            </a:pPr>
            <a:r>
              <a:t>[ أضف Sequence Diagram ]</a:t>
            </a:r>
            <a:br/>
            <a:br/>
            <a:r>
              <a:t>User → Streamlit → Predictor → BERT → SQLite → Response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15 — خوارزميات الذكاء الصنعي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BERT / XLM-RoBERTa: Transformer مُدرَّب مسبقاً، fine-tune للمشاعر.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Input: tokens → Output: probabilities (neg/neu/pos).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Ensemble: XLM-R + CAMeLBERT مع fallbacks.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Default في الواجهة — أعلى دقة (65.3%).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16 — شرح الخوارزميات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TF-IDF + Logistic Regression: baseline سريع.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GridSearchCV + CalibratedClassifierCV للثقة.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language.py: كشف en / ar_fusha / ar_shami (قواعد + hints).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preprocessing.py: normalize_arabic, stopwords, emoji.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17 — النتائج (مختصر)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validation_comments.csv — 513 تعليق.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BERT: Accuracy 65.3% | Macro-F1 0.63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TF-IDF: Accuracy 53.8% | Macro-F1 0.53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أفضل في positive/negative — neutral يحتاج تحسين.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563EB"/>
                </a:solidFill>
              </a:defRPr>
            </a:pPr>
            <a:r>
              <a:t>[ أضف Confusion Matrix كشكل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FFFF"/>
                </a:solidFill>
              </a:defRPr>
            </a:pPr>
            <a:r>
              <a:t>شكراً لكم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أسئلة؟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إشراف: د. محمد أسامة</a:t>
            </a:r>
          </a:p>
          <a:p>
            <a:pPr algn="r"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عبد الناصر الحسون · عدي نجار · حسن البكور · محمود السيد · عدنان ناقوح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